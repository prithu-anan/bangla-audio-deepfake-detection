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Bengali-Vigil: A Robust &amp; Algorithm-Agnostic Deepfake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Advancing Audio Forensics for Low-Resource Languages</a:t>
            </a:r>
          </a:p>
          <a:p>
            <a:pPr lvl="1"/>
            <a:r>
              <a:t>Presenter: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Generative AI (VITS, HiFi-GAN) can clone voices with high fidelity.</a:t>
            </a:r>
          </a:p>
          <a:p>
            <a:pPr lvl="1"/>
            <a:r>
              <a:t>Bengali lacks large forensic datasets.</a:t>
            </a:r>
          </a:p>
          <a:p>
            <a:pPr lvl="1"/>
            <a:r>
              <a:t>Standard detectors miss Bengali phonetic nuances.</a:t>
            </a:r>
          </a:p>
          <a:p>
            <a:pPr lvl="1"/>
            <a:r>
              <a:t>Goal: Build robust, algorithm-agnostic deepfake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Technology (SOTA)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MFCC + GMM/SVM limitations.</a:t>
            </a:r>
          </a:p>
          <a:p>
            <a:pPr lvl="1"/>
            <a:r>
              <a:t>RawNet2: Strong but lacks global context.</a:t>
            </a:r>
          </a:p>
          <a:p>
            <a:pPr lvl="1"/>
            <a:r>
              <a:t>Wav2Vec 2.0 (XLSR-53): Captures linguistic patterns.</a:t>
            </a:r>
          </a:p>
          <a:p>
            <a:pPr lvl="1"/>
            <a:r>
              <a:t>AASIST (GAT): State-of-the-art for deepfake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Core Dataset: BanglaFake (25,520 samples).</a:t>
            </a:r>
          </a:p>
          <a:p>
            <a:pPr lvl="1"/>
            <a:r>
              <a:t>Real: SUST Corpus, Common Voice; Fake: VITS on SUST.</a:t>
            </a:r>
          </a:p>
          <a:p>
            <a:pPr lvl="1"/>
            <a:r>
              <a:t>Matched-condition challenge.</a:t>
            </a:r>
          </a:p>
          <a:p>
            <a:pPr lvl="1"/>
            <a:r>
              <a:t>Proposed Expansion: Crikk, Orpheus to diversify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 (XLSR-AASIST-OC)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Hybrid: XLSR-53 front-end + AASIST back-end.</a:t>
            </a:r>
          </a:p>
          <a:p>
            <a:pPr lvl="1"/>
            <a:r>
              <a:t>RawBoost for robustness.</a:t>
            </a:r>
          </a:p>
          <a:p>
            <a:pPr lvl="1"/>
            <a:r>
              <a:t>OC-Softmax for one-class anomaly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Equal Error Rate (EER) target &lt; 5%.</a:t>
            </a:r>
          </a:p>
          <a:p>
            <a:pPr lvl="1"/>
            <a:r>
              <a:t>min-tDCF for cost-sensitive evaluation.</a:t>
            </a:r>
          </a:p>
          <a:p>
            <a:pPr lvl="1"/>
            <a:r>
              <a:t>t-SNE for embedding separation.</a:t>
            </a:r>
          </a:p>
          <a:p>
            <a:pPr lvl="1"/>
            <a:r>
              <a:t>Attention maps for interpretability.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First robust Bengali deepfake detection framework.</a:t>
            </a:r>
          </a:p>
          <a:p>
            <a:pPr lvl="1"/>
            <a:r>
              <a:t>Shift to one-class learning for future-proofing.</a:t>
            </a:r>
          </a:p>
          <a:p>
            <a:pPr lvl="1"/>
            <a:r>
              <a:t>Impact: Securing Bengali digital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